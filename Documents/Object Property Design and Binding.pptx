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290" r:id="rId4"/>
    <p:sldId id="294" r:id="rId5"/>
    <p:sldId id="291" r:id="rId6"/>
    <p:sldId id="292" r:id="rId7"/>
    <p:sldId id="293" r:id="rId8"/>
    <p:sldId id="287" r:id="rId9"/>
    <p:sldId id="289" r:id="rId10"/>
    <p:sldId id="288" r:id="rId11"/>
    <p:sldId id="284" r:id="rId12"/>
    <p:sldId id="285" r:id="rId13"/>
    <p:sldId id="278" r:id="rId14"/>
    <p:sldId id="279" r:id="rId15"/>
    <p:sldId id="280" r:id="rId16"/>
    <p:sldId id="277" r:id="rId17"/>
    <p:sldId id="275" r:id="rId18"/>
    <p:sldId id="276" r:id="rId19"/>
    <p:sldId id="281" r:id="rId20"/>
    <p:sldId id="282" r:id="rId21"/>
    <p:sldId id="256" r:id="rId22"/>
    <p:sldId id="259" r:id="rId23"/>
    <p:sldId id="257" r:id="rId24"/>
    <p:sldId id="262" r:id="rId25"/>
    <p:sldId id="258" r:id="rId26"/>
    <p:sldId id="260" r:id="rId27"/>
    <p:sldId id="261" r:id="rId28"/>
    <p:sldId id="263" r:id="rId29"/>
    <p:sldId id="264" r:id="rId30"/>
    <p:sldId id="265" r:id="rId31"/>
    <p:sldId id="266" r:id="rId32"/>
    <p:sldId id="269" r:id="rId33"/>
    <p:sldId id="267" r:id="rId34"/>
    <p:sldId id="268" r:id="rId35"/>
    <p:sldId id="270" r:id="rId36"/>
    <p:sldId id="271" r:id="rId37"/>
    <p:sldId id="272" r:id="rId38"/>
    <p:sldId id="273"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100" d="100"/>
          <a:sy n="100" d="100"/>
        </p:scale>
        <p:origin x="84" y="4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3/16/2026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3/16/2026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ABABA-9DC5-3825-AA0C-7C9320D333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B0595-1047-129E-5869-5F09DF864C32}"/>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91AFEA4D-2B19-523C-D941-7902164EAD8E}"/>
              </a:ext>
            </a:extLst>
          </p:cNvPr>
          <p:cNvSpPr>
            <a:spLocks noGrp="1"/>
          </p:cNvSpPr>
          <p:nvPr>
            <p:ph idx="1"/>
          </p:nvPr>
        </p:nvSpPr>
        <p:spPr/>
        <p:txBody>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p:txBody>
      </p:sp>
    </p:spTree>
    <p:extLst>
      <p:ext uri="{BB962C8B-B14F-4D97-AF65-F5344CB8AC3E}">
        <p14:creationId xmlns:p14="http://schemas.microsoft.com/office/powerpoint/2010/main" val="1515514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Game State Bag Trimming</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lstStyle/>
          <a:p>
            <a:pPr marL="0" indent="0">
              <a:buNone/>
            </a:pPr>
            <a:r>
              <a:rPr lang="en-US" dirty="0"/>
              <a:t>During serialization, if an object has no fields to be serialized, it is considered empty and excluded during the serialization process.  The </a:t>
            </a:r>
            <a:r>
              <a:rPr lang="en-US" dirty="0" err="1"/>
              <a:t>GameStateBag</a:t>
            </a:r>
            <a:r>
              <a:rPr lang="en-US" dirty="0"/>
              <a:t> has a property </a:t>
            </a:r>
            <a:r>
              <a:rPr lang="en-US" dirty="0" err="1"/>
              <a:t>IsEmpty</a:t>
            </a:r>
            <a:r>
              <a:rPr lang="en-US" dirty="0"/>
              <a:t> that the parent can use to determine if children </a:t>
            </a:r>
            <a:r>
              <a:rPr lang="en-US" dirty="0" err="1"/>
              <a:t>GameStateBag</a:t>
            </a:r>
            <a:r>
              <a:rPr lang="en-US" dirty="0"/>
              <a:t> objects are empty and should be trimmed.</a:t>
            </a:r>
          </a:p>
        </p:txBody>
      </p:sp>
    </p:spTree>
    <p:extLst>
      <p:ext uri="{BB962C8B-B14F-4D97-AF65-F5344CB8AC3E}">
        <p14:creationId xmlns:p14="http://schemas.microsoft.com/office/powerpoint/2010/main" val="1258926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24535</TotalTime>
  <Words>3105</Words>
  <Application>Microsoft Office PowerPoint</Application>
  <PresentationFormat>Widescreen</PresentationFormat>
  <Paragraphs>318</Paragraphs>
  <Slides>38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Aptos</vt:lpstr>
      <vt:lpstr>Aptos Display</vt:lpstr>
      <vt:lpstr>Arial</vt:lpstr>
      <vt:lpstr>Cascadia Mono</vt:lpstr>
      <vt:lpstr>Courier New</vt:lpstr>
      <vt:lpstr>Office Theme</vt:lpstr>
      <vt:lpstr>AngbandOS</vt:lpstr>
      <vt:lpstr>Table of Contents</vt:lpstr>
      <vt:lpstr>Game Serialization</vt:lpstr>
      <vt:lpstr>Serialization</vt:lpstr>
      <vt:lpstr>Singleton Repository Serialization</vt:lpstr>
      <vt:lpstr>Game State Bag Trimming</vt:lpstr>
      <vt:lpstr>Deserialization Completeness</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25</cp:revision>
  <dcterms:created xsi:type="dcterms:W3CDTF">2024-11-13T17:40:27Z</dcterms:created>
  <dcterms:modified xsi:type="dcterms:W3CDTF">2026-03-29T13:37:44Z</dcterms:modified>
</cp:coreProperties>
</file>