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3" r:id="rId2"/>
    <p:sldId id="287" r:id="rId3"/>
    <p:sldId id="291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1" autoAdjust="0"/>
    <p:restoredTop sz="94660"/>
  </p:normalViewPr>
  <p:slideViewPr>
    <p:cSldViewPr snapToGrid="0">
      <p:cViewPr varScale="1">
        <p:scale>
          <a:sx n="86" d="100"/>
          <a:sy n="86" d="100"/>
        </p:scale>
        <p:origin x="32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F8D19-3612-714A-BC24-84CCB45541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9CC3FC-47EE-4027-4FDB-7612ED6F36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B9450-A297-51D9-5E9B-5F5D14814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EA4B1-7707-49BB-9265-EAC029350772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748A45-7475-F7F2-19FF-A0D65F50A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6D31D-D785-5BB3-8BE5-5B3B21114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3EFE6-D448-490A-80C1-D66688983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185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480EC-6D8F-5538-D354-F4E268B81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B6428B-FB78-D534-B6B6-CC18A0732B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02BD11-5115-B8EE-24F1-3E50BAC64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EA4B1-7707-49BB-9265-EAC029350772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4AEF3B-82F1-EBEC-ED69-35FF7CDC8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77C3D-9037-54B0-CBFC-A226E3729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3EFE6-D448-490A-80C1-D66688983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918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77957-6B20-FCE4-ECF4-938A8D14F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6DD34A-0B86-3F2B-717C-7325424F60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D73C4E-8EBB-AC72-05DF-1C2E62E1B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EA4B1-7707-49BB-9265-EAC029350772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DB21FA-0811-8DF0-A3C0-793A478FF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2CBB24-534B-6BA0-C034-035190658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3EFE6-D448-490A-80C1-D66688983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341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0EF6E-2F24-9A81-9BC0-6DB61F6CD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2FD4D7-D3EA-1AD7-5228-8E06F8003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1D5C06-7046-8744-0C81-24A6AC38A0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C2E714-0F33-C102-F6C7-5B6D7049B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EA4B1-7707-49BB-9265-EAC029350772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7F82EC-D1AA-9736-9DEE-EAE00B736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280980-EE8B-D984-AE40-9AD00792A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3EFE6-D448-490A-80C1-D66688983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575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888CD-B512-1D50-3F4E-4C1EC263C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963DAE-FC77-AC3C-3EAC-823863CAB4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66BEAB-3E99-96E5-63E5-416A8E5670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B0236E-3850-26D6-EA7C-35248D7D5E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CA7B27-E088-DC10-DAE9-FF0B774384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A478AF-ECDE-8B4D-07EF-2A486F46F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EA4B1-7707-49BB-9265-EAC029350772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252E81-F8B9-B776-99EB-C4CCDA224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5E38C4-BF86-DA59-8B6A-CFF01E57F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3EFE6-D448-490A-80C1-D66688983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627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03FC6-2AAD-BF64-EDAE-5CA05F09B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0C47D2-0833-135D-5951-B0F6F7DA0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EA4B1-7707-49BB-9265-EAC029350772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9E90B6-D310-2046-C981-5167BD2DC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3A879E-F943-965C-8EBC-30D224ED7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3EFE6-D448-490A-80C1-D66688983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706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E776C2-B238-AC94-BAE8-868A30ABD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EA4B1-7707-49BB-9265-EAC029350772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17F76F-D890-5CDD-D45A-E2B17D25F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EA5A1B-434D-6158-0D7B-09CE358F3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3EFE6-D448-490A-80C1-D66688983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519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17A30-EE4C-D80E-01A2-391FF930E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6F3070-F233-CDCA-CA08-21C3A1FA83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A4AAD5-020E-B4AF-43E3-566A08DE03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CE78EB-F4A9-6B16-4CCD-D57A539FE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EA4B1-7707-49BB-9265-EAC029350772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6B1FA7-9B48-1064-289B-11B060B02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4F4C08-F976-D9D0-ADB3-5D1CC4757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3EFE6-D448-490A-80C1-D66688983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088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70DDA-4AD6-3D7D-29F4-F99DCD212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67E530-5F15-1434-AB2E-C9FD21E1B1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B63532-C1C5-7F0D-BC1C-DB4BB4F7D2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3D6949-253A-2A56-0EFE-5CA07F09F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EA4B1-7707-49BB-9265-EAC029350772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43FBAC-F193-FF2C-AA8A-17A643702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C5D54B-E449-D4E8-64F4-90201E1BD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3EFE6-D448-490A-80C1-D66688983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973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52B5C-4432-B98F-E401-21DAB4212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7ABDA3-DF67-CD0D-AD9C-6378A06328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865A15-C94D-DA90-5A28-1041D301E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EA4B1-7707-49BB-9265-EAC029350772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521C1-760E-56D1-8587-63223CDBB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8AF201-9495-DC82-66F9-8EC37189A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3EFE6-D448-490A-80C1-D66688983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503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1FF027-144E-7A30-D6AF-F2313E8ED3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82914E-9281-B0FD-E0E6-B26FE0DC29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5406BE-FC54-5317-5ACC-30D89CFD1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EA4B1-7707-49BB-9265-EAC029350772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B13FA2-3E2A-FD92-781C-FD32BA403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03189F-0E9A-7BBF-6E63-16CED80BF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3EFE6-D448-490A-80C1-D66688983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538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2DBA1D-653B-0153-F61C-233C49D35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E2AA50-5304-79D6-B12F-A1C2C239F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16A733-63D3-468C-3683-31383551A0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AEA4B1-7707-49BB-9265-EAC029350772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1AB5F5-F923-C24A-D267-87957CAAB2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652A14-3071-A21E-18B0-DA5D5B35FA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73EFE6-D448-490A-80C1-D66688983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706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EC7D4-1732-8825-6CC4-B337961631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AngbandOS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CC47FB-0408-FE7E-5AD4-F2BB64CEA7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How to Generate SQL Database</a:t>
            </a:r>
          </a:p>
        </p:txBody>
      </p:sp>
    </p:spTree>
    <p:extLst>
      <p:ext uri="{BB962C8B-B14F-4D97-AF65-F5344CB8AC3E}">
        <p14:creationId xmlns:p14="http://schemas.microsoft.com/office/powerpoint/2010/main" val="3391616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5E330-966B-693E-9376-9ADB7F476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D3D3C-EAB6-3DEA-4326-438B9D7FC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AngbandOS.PersistentStorage.Sql.Schema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0ED33-22EC-C583-15F4-FEBF34C725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1103"/>
            <a:ext cx="10515600" cy="42366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Steps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Publish the </a:t>
            </a:r>
            <a:r>
              <a:rPr lang="en-US" sz="2000" dirty="0" err="1"/>
              <a:t>AngbandOS.PersistentStorage.Sql.Schema</a:t>
            </a:r>
            <a:r>
              <a:rPr lang="en-US" sz="2000" dirty="0"/>
              <a:t> project to a SQL server.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Use the Manage User Secrets to update the </a:t>
            </a:r>
            <a:r>
              <a:rPr lang="en-US" sz="2000" dirty="0" err="1"/>
              <a:t>ConnectionString</a:t>
            </a:r>
            <a:r>
              <a:rPr lang="en-US" sz="2000" dirty="0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Update the SQL login for </a:t>
            </a:r>
            <a:r>
              <a:rPr lang="en-US" sz="2000" dirty="0" err="1"/>
              <a:t>db_datareader</a:t>
            </a:r>
            <a:r>
              <a:rPr lang="en-US" sz="2000" dirty="0"/>
              <a:t> and </a:t>
            </a:r>
            <a:r>
              <a:rPr lang="en-US" sz="2000" dirty="0" err="1"/>
              <a:t>db_datawriter</a:t>
            </a:r>
            <a:r>
              <a:rPr lang="en-US" sz="2000" dirty="0"/>
              <a:t> access to the </a:t>
            </a:r>
            <a:r>
              <a:rPr lang="en-US" sz="2000" dirty="0" err="1"/>
              <a:t>dbo</a:t>
            </a:r>
            <a:r>
              <a:rPr lang="en-US" sz="2000"/>
              <a:t> schema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30348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A8B13-AC64-D55B-3E37-61545161D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8EBAA-A44E-78F2-DF9B-C6DFC7BC5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Secrets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824FA-AA4E-2749-2776-EF3F2C9F45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"Smtp":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"Host": "smtp.gmail.com",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"Port": "587",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"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EnableSsl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": "true",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"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FromName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": "",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"Account": "",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"Password": ""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},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"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ConnectionString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": "Server=;Database=;user=;password=;TrustServerCertificate=True",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"administrator": "",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"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Jwt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":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"Secret": ""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379404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37210</TotalTime>
  <Words>140</Words>
  <Application>Microsoft Office PowerPoint</Application>
  <PresentationFormat>Widescreen</PresentationFormat>
  <Paragraphs>23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Courier New</vt:lpstr>
      <vt:lpstr>Office Theme</vt:lpstr>
      <vt:lpstr>AngbandOS</vt:lpstr>
      <vt:lpstr>AngbandOS.PersistentStorage.Sql.Schema</vt:lpstr>
      <vt:lpstr>User Secrets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 Johnston</dc:creator>
  <cp:lastModifiedBy>Marc Johnston</cp:lastModifiedBy>
  <cp:revision>46</cp:revision>
  <dcterms:created xsi:type="dcterms:W3CDTF">2024-11-13T17:40:27Z</dcterms:created>
  <dcterms:modified xsi:type="dcterms:W3CDTF">2026-07-22T18:27:26Z</dcterms:modified>
</cp:coreProperties>
</file>