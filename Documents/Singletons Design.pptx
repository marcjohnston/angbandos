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304" r:id="rId3"/>
    <p:sldId id="305" r:id="rId4"/>
    <p:sldId id="300" r:id="rId5"/>
    <p:sldId id="29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8D19-3612-714A-BC24-84CCB4554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CC3FC-47EE-4027-4FDB-7612ED6F3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9450-A297-51D9-5E9B-5F5D1481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8A45-7475-F7F2-19FF-A0D65F50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D31D-D785-5BB3-8BE5-5B3B2111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8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480EC-6D8F-5538-D354-F4E268B8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428B-FB78-D534-B6B6-CC18A073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BD11-5115-B8EE-24F1-3E50BAC6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F3B-82F1-EBEC-ED69-35FF7CDC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77C3D-9037-54B0-CBFC-A226E372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7957-6B20-FCE4-ECF4-938A8D14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DD34A-0B86-3F2B-717C-7325424F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3C4E-8EBB-AC72-05DF-1C2E62E1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21FA-0811-8DF0-A3C0-793A478FF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CBB24-534B-6BA0-C034-0351906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4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EF6E-2F24-9A81-9BC0-6DB61F6C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D4D7-D3EA-1AD7-5228-8E06F8003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D5C06-7046-8744-0C81-24A6AC38A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2E714-0F33-C102-F6C7-5B6D7049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F82EC-D1AA-9736-9DEE-EAE00B73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80980-EE8B-D984-AE40-9AD00792A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7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88CD-B512-1D50-3F4E-4C1EC263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63DAE-FC77-AC3C-3EAC-823863CAB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6BEAB-3E99-96E5-63E5-416A8E567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0236E-3850-26D6-EA7C-35248D7D5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CA7B27-E088-DC10-DAE9-FF0B77438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A478AF-ECDE-8B4D-07EF-2A486F46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52E81-F8B9-B776-99EB-C4CCDA22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38C4-BF86-DA59-8B6A-CFF01E57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FC6-2AAD-BF64-EDAE-5CA05F09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47D2-0833-135D-5951-B0F6F7DA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E90B6-D310-2046-C981-5167BD2D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A879E-F943-965C-8EBC-30D224ED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0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776C2-B238-AC94-BAE8-868A30AB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7F76F-D890-5CDD-D45A-E2B17D25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A5A1B-434D-6158-0D7B-09CE358F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7A30-EE4C-D80E-01A2-391FF930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3070-F233-CDCA-CA08-21C3A1FA8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4AAD5-020E-B4AF-43E3-566A08DE0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E78EB-F4A9-6B16-4CCD-D57A539F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B1FA7-9B48-1064-289B-11B060B0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F4C08-F976-D9D0-ADB3-5D1CC475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0DDA-4AD6-3D7D-29F4-F99DCD212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E530-5F15-1434-AB2E-C9FD21E1B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63532-C1C5-7F0D-BC1C-DB4BB4F7D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D6949-253A-2A56-0EFE-5CA07F09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3FBAC-F193-FF2C-AA8A-17A64370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5D54B-E449-D4E8-64F4-90201E1B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7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2B5C-4432-B98F-E401-21DAB421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ABDA3-DF67-CD0D-AD9C-6378A063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65A15-C94D-DA90-5A28-1041D301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521C1-760E-56D1-8587-63223CDB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F201-9495-DC82-66F9-8EC37189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FF027-144E-7A30-D6AF-F2313E8ED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914E-9281-B0FD-E0E6-B26FE0DC2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06BE-FC54-5317-5ACC-30D89CF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13FA2-3E2A-FD92-781C-FD32BA40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3189F-0E9A-7BBF-6E63-16CED80B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38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DBA1D-653B-0153-F61C-233C49D3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2AA50-5304-79D6-B12F-A1C2C239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6A733-63D3-468C-3683-31383551A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AEA4B1-7707-49BB-9265-EAC02935077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B5F5-F923-C24A-D267-87957CAAB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2A14-3071-A21E-18B0-DA5D5B35F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3EFE6-D448-490A-80C1-D6668898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0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C7D4-1732-8825-6CC4-B33796163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AngbandOS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C47FB-0408-FE7E-5AD4-F2BB64CE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Singletons Design and Build</a:t>
            </a:r>
          </a:p>
        </p:txBody>
      </p:sp>
    </p:spTree>
    <p:extLst>
      <p:ext uri="{BB962C8B-B14F-4D97-AF65-F5344CB8AC3E}">
        <p14:creationId xmlns:p14="http://schemas.microsoft.com/office/powerpoint/2010/main" val="33916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4420-21DE-99FF-3AE9-0155091E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D452B-A2A5-7647-AA45-503F79DF6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Singleton Class Artifact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GameConfiguration</a:t>
            </a:r>
            <a:r>
              <a:rPr lang="en-US" dirty="0"/>
              <a:t> Class Artifact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GamePack</a:t>
            </a:r>
            <a:r>
              <a:rPr lang="en-US" dirty="0"/>
              <a:t> Class Artifact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virtual property to </a:t>
            </a:r>
            <a:r>
              <a:rPr lang="en-US" dirty="0" err="1"/>
              <a:t>GameConfiguration</a:t>
            </a:r>
            <a:r>
              <a:rPr lang="en-US" dirty="0"/>
              <a:t> class.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dirty="0" err="1"/>
              <a:t>LoadFromAssembly</a:t>
            </a:r>
            <a:r>
              <a:rPr lang="en-US" dirty="0"/>
              <a:t> class to the </a:t>
            </a:r>
            <a:r>
              <a:rPr lang="en-US" dirty="0" err="1"/>
              <a:t>GameConfiguration.MergeAllSingletonsFromAssembly</a:t>
            </a:r>
            <a:r>
              <a:rPr lang="en-US" dirty="0"/>
              <a:t> method.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LoadFromConfiguration</a:t>
            </a:r>
            <a:r>
              <a:rPr lang="en-US" dirty="0"/>
              <a:t>&lt;&gt;() call or </a:t>
            </a:r>
            <a:r>
              <a:rPr lang="en-US" dirty="0" err="1"/>
              <a:t>ReigsterIndex</a:t>
            </a:r>
            <a:r>
              <a:rPr lang="en-US" dirty="0"/>
              <a:t>&lt;&gt;() call added to the </a:t>
            </a:r>
            <a:r>
              <a:rPr lang="en-US" dirty="0" err="1"/>
              <a:t>SingletonRepository.LoadAndBind</a:t>
            </a:r>
            <a:r>
              <a:rPr lang="en-US" dirty="0"/>
              <a:t> method.  The </a:t>
            </a:r>
            <a:r>
              <a:rPr lang="en-US" dirty="0" err="1"/>
              <a:t>RegisterIndex</a:t>
            </a:r>
            <a:r>
              <a:rPr lang="en-US" dirty="0"/>
              <a:t> call only applies when the singleton classes are not yet migrated into the </a:t>
            </a:r>
            <a:r>
              <a:rPr lang="en-US" dirty="0" err="1"/>
              <a:t>GamePack</a:t>
            </a:r>
            <a:r>
              <a:rPr lang="en-US"/>
              <a:t> configuration.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2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E618A-9E31-02D6-37F3-B497E4E6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75DB-0832-AC9F-9AF6-1A6EB246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BA625-552F-0781-1F5A-DB91FF61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 class in the </a:t>
            </a:r>
            <a:r>
              <a:rPr lang="en-US" dirty="0" err="1"/>
              <a:t>AngbandOS.Core.Singletons</a:t>
            </a:r>
            <a:r>
              <a:rPr lang="en-US" dirty="0"/>
              <a:t> folder that implements the </a:t>
            </a:r>
            <a:r>
              <a:rPr lang="en-US" dirty="0" err="1"/>
              <a:t>IGetKey</a:t>
            </a:r>
            <a:r>
              <a:rPr lang="en-US" dirty="0"/>
              <a:t> and </a:t>
            </a:r>
            <a:r>
              <a:rPr lang="en-US" dirty="0" err="1"/>
              <a:t>IGameSerialize</a:t>
            </a:r>
            <a:r>
              <a:rPr lang="en-US" dirty="0"/>
              <a:t> interfaces.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class_name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IGetKey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IGameSerialize</a:t>
            </a:r>
            <a:endParaRPr lang="en-US" sz="1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class_name_ctor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GameConfiguration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gameConfiguration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Game = game;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Key =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gameConfiguration.GetKey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Key {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GetKey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Key;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Bind(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RestoreGameState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restoreGameState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GameStateBag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Serialize(</a:t>
            </a:r>
            <a:r>
              <a:rPr lang="en-US" sz="1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SaveGameState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saveGameState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0457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11F6-CFA7-EED8-ED8B-D87D6FF73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02E4-CC99-E96A-1223-6D8A8AF3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GameConfiguration</a:t>
            </a:r>
            <a:r>
              <a:rPr lang="en-US" dirty="0"/>
              <a:t> Virtual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2D5D8-0907-EC0F-6EBC-2BFD8CF1E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The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GameConfiguration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class needs a property to store the game pack definitions.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CharacterClassAndRaceInnateTotalsGameConfiguration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[]?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CharacterClassAndRaceInnateTotals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0572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FE6D-FEDB-53F5-D0BE-82F6646D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EBBA-17A3-CDF3-A2BA-84760F39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Configuration </a:t>
            </a:r>
            <a:r>
              <a:rPr lang="en-US" dirty="0" err="1"/>
              <a:t>LoadFromAssembly</a:t>
            </a:r>
            <a:r>
              <a:rPr lang="en-US" dirty="0"/>
              <a:t>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4D637-3DB2-F82F-AC55-ABCBA59D2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1. Add the following line to the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GameConfiguration.MergeAllSingletonsFromAssembly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method.  This call loads all of the defined assemblies of the correct type from the game pack into the game configuration.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gameConfiguration.CharacterClassAndRaceInnateTotals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LoadFromAssembly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CharacterClassAndRaceInnateTotalsGameConfiguration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&gt;(assembly);</a:t>
            </a:r>
            <a:endParaRPr lang="en-US" sz="800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0361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37063</TotalTime>
  <Words>256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Cascadia Mono</vt:lpstr>
      <vt:lpstr>Office Theme</vt:lpstr>
      <vt:lpstr>AngbandOS</vt:lpstr>
      <vt:lpstr>Table of Contents</vt:lpstr>
      <vt:lpstr>Singleton Class</vt:lpstr>
      <vt:lpstr>GameConfiguration Virtual Property</vt:lpstr>
      <vt:lpstr>Game Configuration LoadFromAssembly Call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Johnston</dc:creator>
  <cp:lastModifiedBy>Marc Johnston</cp:lastModifiedBy>
  <cp:revision>37</cp:revision>
  <dcterms:created xsi:type="dcterms:W3CDTF">2024-11-13T17:40:27Z</dcterms:created>
  <dcterms:modified xsi:type="dcterms:W3CDTF">2026-07-24T17:24:10Z</dcterms:modified>
</cp:coreProperties>
</file>