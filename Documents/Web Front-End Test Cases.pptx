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83" r:id="rId2"/>
    <p:sldId id="286" r:id="rId3"/>
    <p:sldId id="287" r:id="rId4"/>
    <p:sldId id="288" r:id="rId5"/>
    <p:sldId id="28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11" autoAdjust="0"/>
    <p:restoredTop sz="94660"/>
  </p:normalViewPr>
  <p:slideViewPr>
    <p:cSldViewPr snapToGrid="0">
      <p:cViewPr varScale="1">
        <p:scale>
          <a:sx n="86" d="100"/>
          <a:sy n="86" d="100"/>
        </p:scale>
        <p:origin x="324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6F8D19-3612-714A-BC24-84CCB45541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9CC3FC-47EE-4027-4FDB-7612ED6F36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B9450-A297-51D9-5E9B-5F5D14814B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748A45-7475-F7F2-19FF-A0D65F50A2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16D31D-D785-5BB3-8BE5-5B3B211144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21857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480EC-6D8F-5538-D354-F4E268B810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B6428B-FB78-D534-B6B6-CC18A0732B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02BD11-5115-B8EE-24F1-3E50BAC645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4AEF3B-82F1-EBEC-ED69-35FF7CDC8E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A77C3D-9037-54B0-CBFC-A226E3729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9186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F77957-6B20-FCE4-ECF4-938A8D14F4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F6DD34A-0B86-3F2B-717C-7325424F60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D73C4E-8EBB-AC72-05DF-1C2E62E1BC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DB21FA-0811-8DF0-A3C0-793A478FF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2CBB24-534B-6BA0-C034-035190658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234190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0EF6E-2F24-9A81-9BC0-6DB61F6CD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2FD4D7-D3EA-1AD7-5228-8E06F8003C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61D5C06-7046-8744-0C81-24A6AC38A0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2E714-0F33-C102-F6C7-5B6D7049B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7F82EC-D1AA-9736-9DEE-EAE00B736D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280980-EE8B-D984-AE40-9AD00792A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5758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6888CD-B512-1D50-3F4E-4C1EC263C2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3963DAE-FC77-AC3C-3EAC-823863CAB49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66BEAB-3E99-96E5-63E5-416A8E5670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B0236E-3850-26D6-EA7C-35248D7D5E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CA7B27-E088-DC10-DAE9-FF0B7743848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A478AF-ECDE-8B4D-07EF-2A486F46FE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252E81-F8B9-B776-99EB-C4CCDA224A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65E38C4-BF86-DA59-8B6A-CFF01E57F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62780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503FC6-2AAD-BF64-EDAE-5CA05F09B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20C47D2-0833-135D-5951-B0F6F7DA00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E9E90B6-D310-2046-C981-5167BD2DC7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3A879E-F943-965C-8EBC-30D224ED70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67062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BE776C2-B238-AC94-BAE8-868A30ABD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917F76F-D890-5CDD-D45A-E2B17D25F7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EA5A1B-434D-6158-0D7B-09CE358F31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519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17A30-EE4C-D80E-01A2-391FF930ED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F3070-F233-CDCA-CA08-21C3A1FA8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A4AAD5-020E-B4AF-43E3-566A08DE03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CE78EB-F4A9-6B16-4CCD-D57A539FED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56B1FA7-9B48-1064-289B-11B060B02C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4F4C08-F976-D9D0-ADB3-5D1CC4757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088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70DDA-4AD6-3D7D-29F4-F99DCD2125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467E530-5F15-1434-AB2E-C9FD21E1B1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1B63532-C1C5-7F0D-BC1C-DB4BB4F7D2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33D6949-253A-2A56-0EFE-5CA07F09F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43FBAC-F193-FF2C-AA8A-17A6437021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C5D54B-E449-D4E8-64F4-90201E1BD0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9736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652B5C-4432-B98F-E401-21DAB4212A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7ABDA3-DF67-CD0D-AD9C-6378A06328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865A15-C94D-DA90-5A28-1041D301E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521C1-760E-56D1-8587-63223CDBB1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8AF201-9495-DC82-66F9-8EC37189A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150338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1FF027-144E-7A30-D6AF-F2313E8ED3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E82914E-9281-B0FD-E0E6-B26FE0DC29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5406BE-FC54-5317-5ACC-30D89CFD1E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B13FA2-3E2A-FD92-781C-FD32BA403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03189F-0E9A-7BBF-6E63-16CED80BFC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15385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12DBA1D-653B-0153-F61C-233C49D359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E2AA50-5304-79D6-B12F-A1C2C239F9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16A733-63D3-468C-3683-31383551A0D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AEA4B1-7707-49BB-9265-EAC029350772}" type="datetimeFigureOut">
              <a:rPr lang="en-US" smtClean="0"/>
              <a:t>6/22/2026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AB5F5-F923-C24A-D267-87957CAAB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652A14-3071-A21E-18B0-DA5D5B35FA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073EFE6-D448-490A-80C1-D6668898341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57061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EC7D4-1732-8825-6CC4-B337961631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AngbandOS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CC47FB-0408-FE7E-5AD4-F2BB64CEA75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Web Front-End Test Cases</a:t>
            </a:r>
          </a:p>
        </p:txBody>
      </p:sp>
    </p:spTree>
    <p:extLst>
      <p:ext uri="{BB962C8B-B14F-4D97-AF65-F5344CB8AC3E}">
        <p14:creationId xmlns:p14="http://schemas.microsoft.com/office/powerpoint/2010/main" val="33916162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B035B3-2622-C8C8-7770-9CCF136BE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Table of Contents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9E3E9182-FCC8-455D-11AB-7B3C8367DD5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367317057"/>
              </p:ext>
            </p:extLst>
          </p:nvPr>
        </p:nvGraphicFramePr>
        <p:xfrm>
          <a:off x="838200" y="1825625"/>
          <a:ext cx="10515600" cy="296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075234">
                  <a:extLst>
                    <a:ext uri="{9D8B030D-6E8A-4147-A177-3AD203B41FA5}">
                      <a16:colId xmlns:a16="http://schemas.microsoft.com/office/drawing/2014/main" val="1101235586"/>
                    </a:ext>
                  </a:extLst>
                </a:gridCol>
                <a:gridCol w="1440366">
                  <a:extLst>
                    <a:ext uri="{9D8B030D-6E8A-4147-A177-3AD203B41FA5}">
                      <a16:colId xmlns:a16="http://schemas.microsoft.com/office/drawing/2014/main" val="33117112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952703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dirty="0"/>
                        <a:t>1. Play New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17883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dirty="0"/>
                        <a:t>2. Play Existing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6966077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dirty="0"/>
                        <a:t>3. Watch Existing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68161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dirty="0"/>
                        <a:t>4. Existing game replay steps append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61563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en-US" dirty="0"/>
                        <a:t>5. Recover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26530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dirty="0"/>
                        <a:t>5. Delete game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88502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en-US" dirty="0"/>
                        <a:t>6.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462373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391876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5E330-966B-693E-9376-9ADB7F4765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D3D3C-EAB6-3DEA-4326-438B9D7FC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10ED33-22EC-C583-15F4-FEBF34C72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Press Play New Game button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Save Game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Browser returns to home screen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Game and correct details appear under "Your Saved Games"</a:t>
            </a:r>
          </a:p>
        </p:txBody>
      </p:sp>
    </p:spTree>
    <p:extLst>
      <p:ext uri="{BB962C8B-B14F-4D97-AF65-F5344CB8AC3E}">
        <p14:creationId xmlns:p14="http://schemas.microsoft.com/office/powerpoint/2010/main" val="3530348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A6E33D-EAF3-878B-A2B2-8512ECE072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7D14B3-B19E-7F71-3943-9C47CB3B39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D6F4BB-036B-6BFF-631C-9ECCD150CE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Press Play New Game button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Save Game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Browser returns to home screen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Game and correct details appear under "Your Saved Games"</a:t>
            </a:r>
          </a:p>
        </p:txBody>
      </p:sp>
    </p:spTree>
    <p:extLst>
      <p:ext uri="{BB962C8B-B14F-4D97-AF65-F5344CB8AC3E}">
        <p14:creationId xmlns:p14="http://schemas.microsoft.com/office/powerpoint/2010/main" val="4120375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2BD4F-635D-B50D-3C2A-59D793C5A2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E67DD-936A-1277-3123-4B454F6C7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Play Existing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FEA42D-8E5F-A46B-47C5-54AF89396F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Press Play This Game button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Save Game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Browser returns to home screen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Game and correct details appear under "Your Saved Games"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 err="1"/>
              <a:t>SavedGameContents</a:t>
            </a:r>
            <a:r>
              <a:rPr lang="en-US" dirty="0"/>
              <a:t> reflects new saved game.  Old game is deleted and </a:t>
            </a:r>
            <a:r>
              <a:rPr lang="en-US"/>
              <a:t>not orphaned.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188250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37091</TotalTime>
  <Words>130</Words>
  <Application>Microsoft Office PowerPoint</Application>
  <PresentationFormat>Widescreen</PresentationFormat>
  <Paragraphs>26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AngbandOS</vt:lpstr>
      <vt:lpstr>Table of Contents</vt:lpstr>
      <vt:lpstr>New Game</vt:lpstr>
      <vt:lpstr>New Game</vt:lpstr>
      <vt:lpstr>Play Existing Game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Marc Johnston</dc:creator>
  <cp:lastModifiedBy>Marc Johnston</cp:lastModifiedBy>
  <cp:revision>38</cp:revision>
  <dcterms:created xsi:type="dcterms:W3CDTF">2024-11-13T17:40:27Z</dcterms:created>
  <dcterms:modified xsi:type="dcterms:W3CDTF">2026-06-23T02:31:44Z</dcterms:modified>
</cp:coreProperties>
</file>