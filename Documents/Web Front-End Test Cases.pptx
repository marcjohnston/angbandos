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6" r:id="rId3"/>
    <p:sldId id="287" r:id="rId4"/>
    <p:sldId id="291" r:id="rId5"/>
    <p:sldId id="289" r:id="rId6"/>
    <p:sldId id="292" r:id="rId7"/>
    <p:sldId id="288" r:id="rId8"/>
    <p:sldId id="290" r:id="rId9"/>
    <p:sldId id="2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8D19-3612-714A-BC24-84CCB4554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CC3FC-47EE-4027-4FDB-7612ED6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9450-A297-51D9-5E9B-5F5D1481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A45-7475-F7F2-19FF-A0D65F5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31D-D785-5BB3-8BE5-5B3B2111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80EC-6D8F-5538-D354-F4E268B8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428B-FB78-D534-B6B6-CC18A073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BD11-5115-B8EE-24F1-3E50BAC6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F3B-82F1-EBEC-ED69-35FF7CDC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7C3D-9037-54B0-CBFC-A226E372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957-6B20-FCE4-ECF4-938A8D14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DD34A-0B86-3F2B-717C-7325424F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3C4E-8EBB-AC72-05DF-1C2E62E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21FA-0811-8DF0-A3C0-793A478F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BB24-534B-6BA0-C034-0351906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4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EF6E-2F24-9A81-9BC0-6DB61F6C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4D7-D3EA-1AD7-5228-8E06F8003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D5C06-7046-8744-0C81-24A6AC38A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2E714-0F33-C102-F6C7-5B6D7049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F82EC-D1AA-9736-9DEE-EAE00B7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80980-EE8B-D984-AE40-9AD007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88CD-B512-1D50-3F4E-4C1EC263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3DAE-FC77-AC3C-3EAC-823863CA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6BEAB-3E99-96E5-63E5-416A8E567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236E-3850-26D6-EA7C-35248D7D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A7B27-E088-DC10-DAE9-FF0B77438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78AF-ECDE-8B4D-07EF-2A486F46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52E81-F8B9-B776-99EB-C4CCDA22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38C4-BF86-DA59-8B6A-CFF01E5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FC6-2AAD-BF64-EDAE-5CA05F09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47D2-0833-135D-5951-B0F6F7DA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E90B6-D310-2046-C981-5167BD2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A879E-F943-965C-8EBC-30D22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76C2-B238-AC94-BAE8-868A30A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7F76F-D890-5CDD-D45A-E2B17D2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5A1B-434D-6158-0D7B-09CE358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7A30-EE4C-D80E-01A2-391FF93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3070-F233-CDCA-CA08-21C3A1FA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AAD5-020E-B4AF-43E3-566A08DE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78EB-F4A9-6B16-4CCD-D57A539F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B1FA7-9B48-1064-289B-11B060B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4C08-F976-D9D0-ADB3-5D1CC47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0DDA-4AD6-3D7D-29F4-F99DCD21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530-5F15-1434-AB2E-C9FD21E1B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63532-C1C5-7F0D-BC1C-DB4BB4F7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6949-253A-2A56-0EFE-5CA07F0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FBAC-F193-FF2C-AA8A-17A64370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D54B-E449-D4E8-64F4-90201E1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B5C-4432-B98F-E401-21DAB421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BDA3-DF67-CD0D-AD9C-6378A063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5A15-C94D-DA90-5A28-1041D30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21C1-760E-56D1-8587-63223CDB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F201-9495-DC82-66F9-8EC37189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F027-144E-7A30-D6AF-F2313E8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914E-9281-B0FD-E0E6-B26FE0DC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06BE-FC54-5317-5ACC-30D89CF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3FA2-3E2A-FD92-781C-FD32BA40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189F-0E9A-7BBF-6E63-16CED80B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BA1D-653B-0153-F61C-233C49D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AA50-5304-79D6-B12F-A1C2C239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733-63D3-468C-3683-31383551A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EA4B1-7707-49BB-9265-EAC0293507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B5F5-F923-C24A-D267-87957CAAB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2A14-3071-A21E-18B0-DA5D5B35F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7D4-1732-8825-6CC4-B33796163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AngbandOS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47FB-0408-FE7E-5AD4-F2BB64CE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Web Front-End Test Cases</a:t>
            </a:r>
          </a:p>
        </p:txBody>
      </p:sp>
    </p:spTree>
    <p:extLst>
      <p:ext uri="{BB962C8B-B14F-4D97-AF65-F5344CB8AC3E}">
        <p14:creationId xmlns:p14="http://schemas.microsoft.com/office/powerpoint/2010/main" val="33916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35B3-2622-C8C8-7770-9CCF136B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3E9182-FCC8-455D-11AB-7B3C8367D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489393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5234">
                  <a:extLst>
                    <a:ext uri="{9D8B030D-6E8A-4147-A177-3AD203B41FA5}">
                      <a16:colId xmlns:a16="http://schemas.microsoft.com/office/drawing/2014/main" val="1101235586"/>
                    </a:ext>
                  </a:extLst>
                </a:gridCol>
                <a:gridCol w="1440366">
                  <a:extLst>
                    <a:ext uri="{9D8B030D-6E8A-4147-A177-3AD203B41FA5}">
                      <a16:colId xmlns:a16="http://schemas.microsoft.com/office/drawing/2014/main" val="3311711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1. Play New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78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2. Play Existing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6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3. Watch Existing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81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dirty="0"/>
                        <a:t>4. Existing game replay steps append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5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dirty="0"/>
                        <a:t>5. Recover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3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5. Delete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5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2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18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E330-966B-693E-9376-9ADB7F47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D3C-EAB6-3DEA-4326-438B9D7F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ED33-22EC-C583-15F4-FEBF34C72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103"/>
            <a:ext cx="10515600" cy="4236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Play New Game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Save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Browser returns to home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Game and correct details appear under "Your Saved Games"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 Tested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PlayNewGameRunContext</a:t>
            </a:r>
            <a:endParaRPr lang="en-US" sz="2000" dirty="0"/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Serialization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SqlWebPersistent.WriteGame</a:t>
            </a:r>
            <a:r>
              <a:rPr lang="en-US" sz="2000" dirty="0"/>
              <a:t> for new game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034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8B13-AC64-D55B-3E37-61545161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EBAA-A44E-78F2-DF9B-C6DFC7BC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Aborted New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24FA-AA4E-2749-2776-EF3F2C9F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Play new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Leave </a:t>
            </a:r>
            <a:r>
              <a:rPr lang="en-US" sz="2000" dirty="0" err="1"/>
              <a:t>play.ts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Ensure game saves automatically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Ensure replay appears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Component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794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2BD4F-635D-B50D-3C2A-59D793C5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67DD-936A-1277-3123-4B454F6C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Existing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A42D-8E5F-A46B-47C5-54AF8939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Play This Game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Save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Browser returns to home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Game and correct details appear under "Your Saved Games"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SavedGameContents</a:t>
            </a:r>
            <a:r>
              <a:rPr lang="en-US" sz="2000" dirty="0"/>
              <a:t> reflects new saved game.  Old game is deleted and not orphaned.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Play This Game button again, ensure game loads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Watch This Game button, ensure replay steps are accurate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PlayExistingGameRunContext</a:t>
            </a:r>
            <a:endParaRPr lang="en-US" sz="2000" dirty="0"/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Deserialization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SqlWebPersistence.WriteGame</a:t>
            </a:r>
            <a:r>
              <a:rPr lang="en-US" sz="2000" dirty="0"/>
              <a:t> for modification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Replay steps are appended accordingly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18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B625-EFBC-27B7-1DB1-5750C773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7AEE-CDF9-4A71-7FF6-FFBE9311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Abort Existing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1E81-006A-895D-17D8-05FBD19A9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Play existing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Leave </a:t>
            </a:r>
            <a:r>
              <a:rPr lang="en-US" sz="2000" dirty="0" err="1"/>
              <a:t>play.ts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Ensure game saves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Ensure replay valid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Component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2247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E33D-EAF3-878B-A2B2-8512ECE0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14B3-B19E-7F71-3943-9C47CB3B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F4BB-036B-6BFF-631C-9ECCD150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Play New Game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Save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Browser returns to home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Game and correct details appear under "Your Saved Games"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PlayNewGameRunContext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037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E1F5-4A14-557F-A50C-F617D52A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CDA8-5F44-C989-CFFF-7884BBA6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E99B-5902-6836-7246-B299DB7F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Press Delete This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Ensure </a:t>
            </a:r>
            <a:r>
              <a:rPr lang="en-US" sz="2000" dirty="0" err="1"/>
              <a:t>SavedGames</a:t>
            </a:r>
            <a:r>
              <a:rPr lang="en-US" sz="2000" dirty="0"/>
              <a:t>, </a:t>
            </a:r>
            <a:r>
              <a:rPr lang="en-US" sz="2000" dirty="0" err="1"/>
              <a:t>SavedGameContents</a:t>
            </a:r>
            <a:r>
              <a:rPr lang="en-US" sz="2000" dirty="0"/>
              <a:t> and </a:t>
            </a:r>
            <a:r>
              <a:rPr lang="en-US" sz="2000" dirty="0" err="1"/>
              <a:t>GameRecoveries</a:t>
            </a:r>
            <a:r>
              <a:rPr lang="en-US" sz="2000" dirty="0"/>
              <a:t> tables show records deleted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 err="1"/>
              <a:t>SqlWebPersistence.DeleteGameAsync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478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E30D-DF34-799A-33F5-B7A3645E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0829-F35A-1C53-4627-62CDB21A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467D-684F-E96B-E2F9-F74159914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Step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000" dirty="0"/>
              <a:t>Component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838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37204</TotalTime>
  <Words>244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AngbandOS</vt:lpstr>
      <vt:lpstr>Table of Contents</vt:lpstr>
      <vt:lpstr>New Game</vt:lpstr>
      <vt:lpstr>Aborted New Game</vt:lpstr>
      <vt:lpstr>Play Existing Game</vt:lpstr>
      <vt:lpstr>Abort Existing Game</vt:lpstr>
      <vt:lpstr>Watch Game</vt:lpstr>
      <vt:lpstr>Delete Game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Johnston</dc:creator>
  <cp:lastModifiedBy>Marc Johnston</cp:lastModifiedBy>
  <cp:revision>44</cp:revision>
  <dcterms:created xsi:type="dcterms:W3CDTF">2024-11-13T17:40:27Z</dcterms:created>
  <dcterms:modified xsi:type="dcterms:W3CDTF">2026-06-24T15:41:10Z</dcterms:modified>
</cp:coreProperties>
</file>